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讲评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AI拆博士 · 讲评课件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导入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</a:t>
            </a:r>
          </a:p>
          <a:p>
            <a:pPr>
              <a:defRPr sz="2000"/>
            </a:pPr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